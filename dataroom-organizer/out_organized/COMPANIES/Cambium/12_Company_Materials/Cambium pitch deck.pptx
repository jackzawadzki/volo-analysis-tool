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Cambium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Carbon Removal · Series A Investor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Gigatonne-scale carbon removal is needed; durable, verifiable methods are scarce.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Engineered biochar with measurable, permanent carbon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pyrolysis with proprietary feedstock handling.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22 customers, $4.2M FY24 revenue, $5.1M ARR.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$12B+ durable CDR market by 2030.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 climate-hardware founders.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115% revenue CAGR; 55% gross margin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$5M Series A at $34M pre.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